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61520" cy="1737360"/>
          </a:xfrm>
          <a:prstGeom prst="rect">
            <a:avLst/>
          </a:prstGeom>
          <a:solidFill>
            <a:srgbClr val="02001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KANAL FEEDBACK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Temuan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A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disampaikan warga sekolah pada 10–18 Agustus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laporan  ·  30 pokok berbeda  ·  6 di antaranya apresiasi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dikeluhkan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Dikelompokkan menurut isi laporan, bukan kategori yang dipilih pelapor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875520" y="36576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0" y="5029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laporan</a:t>
            </a:r>
            <a:endParaRPr lang="en-US" sz="1300" dirty="0"/>
          </a:p>
        </p:txBody>
      </p:sp>
      <p:pic>
        <p:nvPicPr>
          <p:cNvPr id="6" name="Image 0" descr="/sessions/kind-quirky-pasteur/mnt/outputs/laporan/p2-t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630936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40880" y="1673352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8" name="Text 5"/>
          <p:cNvSpPr/>
          <p:nvPr/>
        </p:nvSpPr>
        <p:spPr>
          <a:xfrm>
            <a:off x="7260336" y="1572768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laporan bisa masuk beberapa tema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60336" y="1837944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itu jumlahnya melebihi 40. Angka ini menunjukkan seberapa sering suatu hal disinggung, bukan berapa tiketnya.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40880" y="2642616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11" name="Text 8"/>
          <p:cNvSpPr/>
          <p:nvPr/>
        </p:nvSpPr>
        <p:spPr>
          <a:xfrm>
            <a:off x="7260336" y="254203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tema besar saling terkait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260336" y="2807208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Pembinaan, kondisi asrama, internet, dan waktu belajar sering muncul dalam satu laporan yang sama — semuanya bermuara pada hari yang terasa terlalu padat.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040880" y="4892040"/>
            <a:ext cx="4572000" cy="1051560"/>
          </a:xfrm>
          <a:prstGeom prst="roundRect">
            <a:avLst>
              <a:gd name="adj" fmla="val 7826"/>
            </a:avLst>
          </a:prstGeom>
          <a:solidFill>
            <a:srgbClr val="FFF8EF"/>
          </a:solidFill>
          <a:ln w="12700">
            <a:solidFill>
              <a:srgbClr val="FFC3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9480" y="5074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terbesar bukan fasilitas, melainkan cara siswa dibina dan didisiplinkan.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10 – 18 Agustus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Pembinaan dan kedisiplinan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menolak aturan, melainkan mempersoalkan cara dan ukurannya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875520" y="36576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0" y="5029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laporan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41148" cy="10424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7" name="Shape 5"/>
          <p:cNvSpPr/>
          <p:nvPr/>
        </p:nvSpPr>
        <p:spPr>
          <a:xfrm>
            <a:off x="608076" y="1463040"/>
            <a:ext cx="10986516" cy="1042416"/>
          </a:xfrm>
          <a:prstGeom prst="rect">
            <a:avLst/>
          </a:prstGeom>
          <a:solidFill>
            <a:srgbClr val="FDEC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9105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"Kami tetap dikategorikan sebagai terlambat dan diberikan hukuman berupa push-up sebanyak 20 kali … mentor juga menyampaikan kalimat yang menurut saya tidak pantas."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13969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KY-2026-0011 · Kanal Yayasan · anonim · 17 Agustus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41148" cy="1042416"/>
          </a:xfrm>
          <a:prstGeom prst="rect">
            <a:avLst/>
          </a:prstGeom>
          <a:solidFill>
            <a:srgbClr val="FF9101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" y="2651760"/>
            <a:ext cx="10986516" cy="1042416"/>
          </a:xfrm>
          <a:prstGeom prst="rect">
            <a:avLst/>
          </a:prstGeom>
          <a:solidFill>
            <a:srgbClr val="FFF8E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7977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"Kami diberitahu bahwa kami telah terjerat misconduct … Sedangkan, ada murid yang diberi kesempatan untuk memperbaiki pekerjaannya. Menurut kami ini sangat tidak adil."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32841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AGKB-2026-0030 · Akademik · 15 Agustus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840480"/>
            <a:ext cx="41148" cy="804672"/>
          </a:xfrm>
          <a:prstGeom prst="rect">
            <a:avLst/>
          </a:prstGeom>
          <a:solidFill>
            <a:srgbClr val="220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" y="3840480"/>
            <a:ext cx="10986516" cy="804672"/>
          </a:xfrm>
          <a:prstGeom prst="rect">
            <a:avLst/>
          </a:prstGeom>
          <a:solidFill>
            <a:srgbClr val="EEEB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68496"/>
            <a:ext cx="1057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"Beberapa siswa dari House yang menang melakukan ejekan terhadap House yang kalah."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279392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AGKB-2026-0032 · Kesiswaan &amp; Kedisiplinan · 16 Agustus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4837176"/>
            <a:ext cx="1102766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02005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Benang merahnya: sanksi dianggap tidak seragam antar kelompok mentor dan tidak didahului peringatan. Yang diminta bukan penghapusan aturan, melainkan kejelasan dan kesetaraan penerapannya.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10 – 18 Agustus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Waktu belajar yang terus terpotong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yang baru muncul pada pekan ini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875520" y="36576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0" y="5029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laporan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41148" cy="10424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7" name="Shape 5"/>
          <p:cNvSpPr/>
          <p:nvPr/>
        </p:nvSpPr>
        <p:spPr>
          <a:xfrm>
            <a:off x="608076" y="1463040"/>
            <a:ext cx="10986516" cy="1042416"/>
          </a:xfrm>
          <a:prstGeom prst="rect">
            <a:avLst/>
          </a:prstGeom>
          <a:solidFill>
            <a:srgbClr val="FDEC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9105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"Residential mengadakan apel malam tiap hari … waktu tidur jam 10 malam, sedangkan apel dilaksanakan jam 9.30. Secara instan, itu akan memotong waktu belajar murid-murid."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13969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Dilaporkan 4 kali · Kesiswaan &amp; Kedisiplinan · 17–18 Agustus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41148" cy="1042416"/>
          </a:xfrm>
          <a:prstGeom prst="rect">
            <a:avLst/>
          </a:prstGeom>
          <a:solidFill>
            <a:srgbClr val="FF9101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" y="2651760"/>
            <a:ext cx="10986516" cy="1042416"/>
          </a:xfrm>
          <a:prstGeom prst="rect">
            <a:avLst/>
          </a:prstGeom>
          <a:solidFill>
            <a:srgbClr val="FFF8E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7977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"Olahraga pagi 05.00–05.50, pukul 06.10 sudah harus di sekolah, sekolah sampai 15.10, lalu marching band 15.45–17.45. Praktis tidak ada waktu mengerjakan tugas."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32841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KY-2026-0009 · Kehidupan Asrama · anonim · 15 Agustus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840480"/>
            <a:ext cx="41148" cy="1042416"/>
          </a:xfrm>
          <a:prstGeom prst="rect">
            <a:avLst/>
          </a:prstGeom>
          <a:solidFill>
            <a:srgbClr val="220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" y="3840480"/>
            <a:ext cx="10986516" cy="1042416"/>
          </a:xfrm>
          <a:prstGeom prst="rect">
            <a:avLst/>
          </a:prstGeom>
          <a:solidFill>
            <a:srgbClr val="EEEB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6849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"Beban kurikulum seperti Internal Assessment, Extended Essay, dan CAS menuntut waktu pendalaman yang tidak bisa dipenuhi hanya dari jam pelajaran siang."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AGKB-2026-0031 · siswa kelas 11 IBDP · 15 Agustus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5074920"/>
            <a:ext cx="11027664" cy="914400"/>
          </a:xfrm>
          <a:prstGeom prst="roundRect">
            <a:avLst>
              <a:gd name="adj" fmla="val 9000"/>
            </a:avLst>
          </a:prstGeom>
          <a:solidFill>
            <a:srgbClr val="FFF8EF"/>
          </a:solidFill>
          <a:ln w="12700">
            <a:solidFill>
              <a:srgbClr val="FFC3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2578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kebijakan yang masing-masing wajar — olahraga pagi, apel malam, kegiatan sore — bertemu pada satu hari yang sama dan menyisakan sedikit sekali waktu belajar mandiri.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10 – 18 Agustus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Layanan dan kondisi asrama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klinik dan konsumsi sampai kebutuhan dasar sehari-hari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875520" y="36576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0" y="5029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laporan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41148" cy="10424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7" name="Shape 5"/>
          <p:cNvSpPr/>
          <p:nvPr/>
        </p:nvSpPr>
        <p:spPr>
          <a:xfrm>
            <a:off x="608076" y="1463040"/>
            <a:ext cx="10986516" cy="1042416"/>
          </a:xfrm>
          <a:prstGeom prst="rect">
            <a:avLst/>
          </a:prstGeom>
          <a:solidFill>
            <a:srgbClr val="FDEC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9105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"Saya malah disambut dengan pertanyaan tajam dan nada menyalahkan … bagaimana mungkin siswa mau terbuka mengenai kesehatannya jika tenaga medisnya sendiri bersikap antipati?"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13969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KY-2026-0008 · Kanal Yayasan · anonim · 13 Agustus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41148" cy="1042416"/>
          </a:xfrm>
          <a:prstGeom prst="rect">
            <a:avLst/>
          </a:prstGeom>
          <a:solidFill>
            <a:srgbClr val="FF9101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" y="2651760"/>
            <a:ext cx="10986516" cy="1042416"/>
          </a:xfrm>
          <a:prstGeom prst="rect">
            <a:avLst/>
          </a:prstGeom>
          <a:solidFill>
            <a:srgbClr val="FFF8E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7977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"Aliran air di wastafel maupun toilet sangat kecil … bukan kejadian sekali dua kali, melainkan hampir selalu terjadi."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32841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AGKB-2026-0028 · Sarana &amp; Fasilitas · 14 Agustus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840480"/>
            <a:ext cx="41148" cy="1042416"/>
          </a:xfrm>
          <a:prstGeom prst="rect">
            <a:avLst/>
          </a:prstGeom>
          <a:solidFill>
            <a:srgbClr val="220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" y="3840480"/>
            <a:ext cx="10986516" cy="1042416"/>
          </a:xfrm>
          <a:prstGeom prst="rect">
            <a:avLst/>
          </a:prstGeom>
          <a:solidFill>
            <a:srgbClr val="EEEB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6849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"Waktu kosong saat di asrama menjadi monoton … fasilitas yang masih dalam proses pembangunan sehingga mereka jenuh."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AGKB-2026-0033 · Sarana &amp; Fasilitas · 16 Agustus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5074920"/>
            <a:ext cx="1102766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2578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bukan keluhan tentang barang yang belum ada, melainkan tentang tidak jelasnya siapa yang bertanggung jawab ketika sesuatu tidak berjalan.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10 – 18 Agustus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 · Konektivitas internet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paling banyak jumlahnya, dan mulai berubah nada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875520" y="36576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0" y="5029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laporan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41148" cy="10424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7" name="Shape 5"/>
          <p:cNvSpPr/>
          <p:nvPr/>
        </p:nvSpPr>
        <p:spPr>
          <a:xfrm>
            <a:off x="608076" y="1463040"/>
            <a:ext cx="10986516" cy="1042416"/>
          </a:xfrm>
          <a:prstGeom prst="rect">
            <a:avLst/>
          </a:prstGeom>
          <a:solidFill>
            <a:srgbClr val="FDEC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9105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"Sudah sebulan di KTB wifi di dorm masih buruk di banyak tempat, katanya akan diperbaiki tapi seperti tidak ada perubahan."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13969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AGKB-2026-0034 · 17 Agustus — laporan terbaru dari rangkaian ini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41148" cy="1042416"/>
          </a:xfrm>
          <a:prstGeom prst="rect">
            <a:avLst/>
          </a:prstGeom>
          <a:solidFill>
            <a:srgbClr val="FF9101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" y="2651760"/>
            <a:ext cx="10986516" cy="1042416"/>
          </a:xfrm>
          <a:prstGeom prst="rect">
            <a:avLst/>
          </a:prstGeom>
          <a:solidFill>
            <a:srgbClr val="FFF8E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7977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"Kamar saya B203 tidak mendapatkan sinyal sama sekali dari hari pertama … sinyal wifi hanya bekerja di Pantry dan Library yang terbuka, di mana itu mengganggu privasi kami."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32841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AGKB-2026-0011 · Sarana &amp; Fasilitas · 12 Agustus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840480"/>
            <a:ext cx="41148" cy="1042416"/>
          </a:xfrm>
          <a:prstGeom prst="rect">
            <a:avLst/>
          </a:prstGeom>
          <a:solidFill>
            <a:srgbClr val="220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" y="3840480"/>
            <a:ext cx="10986516" cy="1042416"/>
          </a:xfrm>
          <a:prstGeom prst="rect">
            <a:avLst/>
          </a:prstGeom>
          <a:solidFill>
            <a:srgbClr val="EEEB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6849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"Para guru pun merasakannya; saat mau menghubungkan laptop dengan smartboard yang membutuhkan sinyal, akhirnya tidak digunakan karena sinyal tidak ada."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AGKB-2026-0016 · dampak pada kegiatan mengajar · 12 Agustus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5074920"/>
            <a:ext cx="11027664" cy="914400"/>
          </a:xfrm>
          <a:prstGeom prst="roundRect">
            <a:avLst>
              <a:gd name="adj" fmla="val 9000"/>
            </a:avLst>
          </a:prstGeom>
          <a:solidFill>
            <a:srgbClr val="FDECEB"/>
          </a:solidFill>
          <a:ln w="12700">
            <a:solidFill>
              <a:srgbClr val="F3B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2578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perubahan nadanya. Laporan 12 Agustus masih menjelaskan masalah; laporan 17 Agustus sudah mempersoalkan janji perbaikan yang belum terlihat hasilnya.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10 – 18 Agustus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berjalan baik juga tercatat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laporan masuk melalui jalur apresiasi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875520" y="36576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0" y="5029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laporan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41148" cy="1280160"/>
          </a:xfrm>
          <a:prstGeom prst="rect">
            <a:avLst/>
          </a:prstGeom>
          <a:solidFill>
            <a:srgbClr val="027A48"/>
          </a:solidFill>
          <a:ln/>
        </p:spPr>
      </p:sp>
      <p:sp>
        <p:nvSpPr>
          <p:cNvPr id="7" name="Shape 5"/>
          <p:cNvSpPr/>
          <p:nvPr/>
        </p:nvSpPr>
        <p:spPr>
          <a:xfrm>
            <a:off x="608076" y="1463040"/>
            <a:ext cx="10986516" cy="1280160"/>
          </a:xfrm>
          <a:prstGeom prst="rect">
            <a:avLst/>
          </a:prstGeom>
          <a:solidFill>
            <a:srgbClr val="E7F6E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91056"/>
            <a:ext cx="10570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"Setengah tahun lalu saya memberi masukan agar tim finance dapat memberikan slip gaji karyawan tiap bulan. Hal ini akhirnya sudah diwujudnyatakan … Terima kasih sudah mendengarkan saran kecil ini."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AGKB-2026-0029 · Apresiasi Umum · 14 Agustus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889504"/>
            <a:ext cx="41148" cy="1042416"/>
          </a:xfrm>
          <a:prstGeom prst="rect">
            <a:avLst/>
          </a:prstGeom>
          <a:solidFill>
            <a:srgbClr val="027A48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" y="2889504"/>
            <a:ext cx="10986516" cy="1042416"/>
          </a:xfrm>
          <a:prstGeom prst="rect">
            <a:avLst/>
          </a:prstGeom>
          <a:solidFill>
            <a:srgbClr val="E7F6E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17520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 tengah hiruk-pikuk cuaca dan debu di lingkungan ini kalian masih bekerja dengan sepenuh hati dan memiliki kinerja yang sangat baik."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AGKB-2026-0021 · Apresiasi Guru / Staf · 13 Agustus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4078224"/>
            <a:ext cx="41148" cy="1042416"/>
          </a:xfrm>
          <a:prstGeom prst="rect">
            <a:avLst/>
          </a:prstGeom>
          <a:solidFill>
            <a:srgbClr val="027A48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" y="4078224"/>
            <a:ext cx="10986516" cy="1042416"/>
          </a:xfrm>
          <a:prstGeom prst="rect">
            <a:avLst/>
          </a:prstGeom>
          <a:solidFill>
            <a:srgbClr val="E7F6E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"Saya senang saat menuju kamar mandi tidak harus takut ada yang meneriakkan untuk masuk kelas."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754880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AGKB-2026-0025 · Apresiasi Umum · 13 Agustus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5285232"/>
            <a:ext cx="11027664" cy="1097280"/>
          </a:xfrm>
          <a:prstGeom prst="roundRect">
            <a:avLst>
              <a:gd name="adj" fmla="val 7500"/>
            </a:avLst>
          </a:prstGeom>
          <a:solidFill>
            <a:srgbClr val="E7F6EF"/>
          </a:solidFill>
          <a:ln w="12700">
            <a:solidFill>
              <a:srgbClr val="9BD9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4132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pertama adalah bukti paling berharga dalam periode ini.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574243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1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Masukan disampaikan, dikerjakan, lalu pelapornya kembali untuk mengatakannya. Lingkaran umpan balik yang tertutup seperti inilah yang membuat orang mau melapor lagi.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10 – 18 Agustus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Temuan Kanal Feedback — 10–18 Agustus 2026</dc:title>
  <dc:subject>PptxGenJS Presentation</dc:subject>
  <dc:creator>AGKB 360°</dc:creator>
  <cp:lastModifiedBy>AGKB 360°</cp:lastModifiedBy>
  <cp:revision>1</cp:revision>
  <dcterms:created xsi:type="dcterms:W3CDTF">2026-08-18T13:02:33Z</dcterms:created>
  <dcterms:modified xsi:type="dcterms:W3CDTF">2026-08-18T13:02:33Z</dcterms:modified>
</cp:coreProperties>
</file>